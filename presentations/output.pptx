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0000"/>
                </a:solidFill>
              </a:defRPr>
            </a:pPr>
            <a:r>
              <a:t>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572000" cy="0"/>
          </a:xfrm>
        </p:spPr>
        <p:txBody>
          <a:bodyPr/>
          <a:lstStyle/>
          <a:p/>
          <a:p>
            <a:pPr>
              <a:defRPr sz="2000"/>
            </a:pPr>
            <a:r>
              <a:t>Auto-generated Presentation</a:t>
            </a:r>
          </a:p>
          <a:p>
            <a:pPr>
              <a:defRPr sz="2000"/>
            </a:pPr>
            <a:r>
              <a:t>Using AI Agent</a:t>
            </a:r>
          </a:p>
          <a:p>
            <a:pPr>
              <a:defRPr sz="2000"/>
            </a:pPr>
            <a:r>
              <a:t>MCP Architecture</a:t>
            </a:r>
          </a:p>
          <a:p>
            <a:pPr>
              <a:defRPr sz="2000"/>
            </a:pPr>
            <a:r>
              <a:t>Course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tificial Intellig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0000"/>
                </a:solidFill>
              </a:defRPr>
            </a:pPr>
            <a:r>
              <a:t>Introduction to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572000" cy="0"/>
          </a:xfrm>
        </p:spPr>
        <p:txBody>
          <a:bodyPr/>
          <a:lstStyle/>
          <a:p/>
          <a:p>
            <a:pPr>
              <a:defRPr sz="2000"/>
            </a:pPr>
            <a:r>
              <a:t>Introduction to Artificial Intelligence explained in context of Artificial Intelligence</a:t>
            </a:r>
          </a:p>
          <a:p>
            <a:pPr>
              <a:defRPr sz="2000"/>
            </a:pPr>
            <a:r>
              <a:t>Key idea behind introduction to artificial intelligence</a:t>
            </a:r>
          </a:p>
          <a:p>
            <a:pPr>
              <a:defRPr sz="2000"/>
            </a:pPr>
            <a:r>
              <a:t>Real-world usage of Artificial Intelligence</a:t>
            </a:r>
          </a:p>
          <a:p>
            <a:pPr>
              <a:defRPr sz="2000"/>
            </a:pPr>
            <a:r>
              <a:t>Importance in modern 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troduction to Artificial Intellig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0000"/>
                </a:solidFill>
              </a:defRPr>
            </a:pPr>
            <a:r>
              <a:t>Key Concepts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572000" cy="0"/>
          </a:xfrm>
        </p:spPr>
        <p:txBody>
          <a:bodyPr/>
          <a:lstStyle/>
          <a:p/>
          <a:p>
            <a:pPr>
              <a:defRPr sz="2000"/>
            </a:pPr>
            <a:r>
              <a:t>Key Concepts of Artificial Intelligence explained in context of Artificial Intelligence</a:t>
            </a:r>
          </a:p>
          <a:p>
            <a:pPr>
              <a:defRPr sz="2000"/>
            </a:pPr>
            <a:r>
              <a:t>Key idea behind key concepts of artificial intelligence</a:t>
            </a:r>
          </a:p>
          <a:p>
            <a:pPr>
              <a:defRPr sz="2000"/>
            </a:pPr>
            <a:r>
              <a:t>Real-world usage of Artificial Intelligence</a:t>
            </a:r>
          </a:p>
          <a:p>
            <a:pPr>
              <a:defRPr sz="2000"/>
            </a:pPr>
            <a:r>
              <a:t>Importance in modern 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ey Concepts of Artificial Intellig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0000"/>
                </a:solidFill>
              </a:defRPr>
            </a:pPr>
            <a:r>
              <a:t>Applications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572000" cy="0"/>
          </a:xfrm>
        </p:spPr>
        <p:txBody>
          <a:bodyPr/>
          <a:lstStyle/>
          <a:p/>
          <a:p>
            <a:pPr>
              <a:defRPr sz="2000"/>
            </a:pPr>
            <a:r>
              <a:t>Applications of Artificial Intelligence explained in context of Artificial Intelligence</a:t>
            </a:r>
          </a:p>
          <a:p>
            <a:pPr>
              <a:defRPr sz="2000"/>
            </a:pPr>
            <a:r>
              <a:t>Key idea behind applications of artificial intelligence</a:t>
            </a:r>
          </a:p>
          <a:p>
            <a:pPr>
              <a:defRPr sz="2000"/>
            </a:pPr>
            <a:r>
              <a:t>Real-world usage of Artificial Intelligence</a:t>
            </a:r>
          </a:p>
          <a:p>
            <a:pPr>
              <a:defRPr sz="2000"/>
            </a:pPr>
            <a:r>
              <a:t>Importance in modern 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pplications of Artificial Intellig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0000"/>
                </a:solidFill>
              </a:defRPr>
            </a:pPr>
            <a:r>
              <a:t>Advantages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572000" cy="0"/>
          </a:xfrm>
        </p:spPr>
        <p:txBody>
          <a:bodyPr/>
          <a:lstStyle/>
          <a:p/>
          <a:p>
            <a:pPr>
              <a:defRPr sz="2000"/>
            </a:pPr>
            <a:r>
              <a:t>Advantages of Artificial Intelligence explained in context of Artificial Intelligence</a:t>
            </a:r>
          </a:p>
          <a:p>
            <a:pPr>
              <a:defRPr sz="2000"/>
            </a:pPr>
            <a:r>
              <a:t>Key idea behind advantages of artificial intelligence</a:t>
            </a:r>
          </a:p>
          <a:p>
            <a:pPr>
              <a:defRPr sz="2000"/>
            </a:pPr>
            <a:r>
              <a:t>Real-world usage of Artificial Intelligence</a:t>
            </a:r>
          </a:p>
          <a:p>
            <a:pPr>
              <a:defRPr sz="2000"/>
            </a:pPr>
            <a:r>
              <a:t>Importance in modern 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dvantages of Artificial Intellig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0000"/>
                </a:solidFill>
              </a:defRPr>
            </a:pPr>
            <a:r>
              <a:t>Future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572000" cy="0"/>
          </a:xfrm>
        </p:spPr>
        <p:txBody>
          <a:bodyPr/>
          <a:lstStyle/>
          <a:p/>
          <a:p>
            <a:pPr>
              <a:defRPr sz="2000"/>
            </a:pPr>
            <a:r>
              <a:t>Future of Artificial Intelligence explained in context of Artificial Intelligence</a:t>
            </a:r>
          </a:p>
          <a:p>
            <a:pPr>
              <a:defRPr sz="2000"/>
            </a:pPr>
            <a:r>
              <a:t>Key idea behind future of artificial intelligence</a:t>
            </a:r>
          </a:p>
          <a:p>
            <a:pPr>
              <a:defRPr sz="2000"/>
            </a:pPr>
            <a:r>
              <a:t>Real-world usage of Artificial Intelligence</a:t>
            </a:r>
          </a:p>
          <a:p>
            <a:pPr>
              <a:defRPr sz="2000"/>
            </a:pPr>
            <a:r>
              <a:t>Importance in modern 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uture of Artificial Intellig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