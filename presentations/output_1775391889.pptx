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029200" cy="0"/>
          </a:xfrm>
        </p:spPr>
        <p:txBody>
          <a:bodyPr/>
          <a:lstStyle/>
          <a:p>
            <a:pPr algn="l">
              <a:defRPr sz="2000"/>
            </a:pPr>
            <a:r>
              <a:t>Auto-generated Presentation</a:t>
            </a:r>
          </a:p>
          <a:p>
            <a:pPr algn="l">
              <a:defRPr sz="2000"/>
            </a:pPr>
            <a:r>
              <a:t>Using AI Agent</a:t>
            </a:r>
          </a:p>
          <a:p>
            <a:pPr algn="l">
              <a:defRPr sz="2000"/>
            </a:pPr>
            <a:r>
              <a:t>MCP Architecture</a:t>
            </a:r>
          </a:p>
          <a:p>
            <a:pPr algn="l">
              <a:defRPr sz="2000"/>
            </a:pPr>
            <a:r>
              <a:t>Course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029200" cy="0"/>
          </a:xfrm>
        </p:spPr>
        <p:txBody>
          <a:bodyPr/>
          <a:lstStyle/>
          <a:p>
            <a:pPr algn="l">
              <a:defRPr sz="2000"/>
            </a:pPr>
            <a:r>
              <a:t>Artificial Intelligence is a branch of Artificial Intelligence</a:t>
            </a:r>
          </a:p>
          <a:p>
            <a:pPr algn="l">
              <a:defRPr sz="2000"/>
            </a:pPr>
            <a:r>
              <a:t>It enables machines to learn from data</a:t>
            </a:r>
          </a:p>
          <a:p>
            <a:pPr algn="l">
              <a:defRPr sz="2000"/>
            </a:pPr>
            <a:r>
              <a:t>Widely used in modern applications</a:t>
            </a:r>
          </a:p>
          <a:p>
            <a:pPr algn="l">
              <a:defRPr sz="2000"/>
            </a:pPr>
            <a:r>
              <a:t>Improves automation and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Key Concepts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029200" cy="0"/>
          </a:xfrm>
        </p:spPr>
        <p:txBody>
          <a:bodyPr/>
          <a:lstStyle/>
          <a:p>
            <a:pPr algn="l">
              <a:defRPr sz="2000"/>
            </a:pPr>
            <a:r>
              <a:t>Supervised and unsupervised learning</a:t>
            </a:r>
          </a:p>
          <a:p>
            <a:pPr algn="l">
              <a:defRPr sz="2000"/>
            </a:pPr>
            <a:r>
              <a:t>Training and testing datasets</a:t>
            </a:r>
          </a:p>
          <a:p>
            <a:pPr algn="l">
              <a:defRPr sz="2000"/>
            </a:pPr>
            <a:r>
              <a:t>Algorithms and models</a:t>
            </a:r>
          </a:p>
          <a:p>
            <a:pPr algn="l">
              <a:defRPr sz="2000"/>
            </a:pPr>
            <a:r>
              <a:t>Pattern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Applications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029200" cy="0"/>
          </a:xfrm>
        </p:spPr>
        <p:txBody>
          <a:bodyPr/>
          <a:lstStyle/>
          <a:p>
            <a:pPr algn="l">
              <a:defRPr sz="2000"/>
            </a:pPr>
            <a:r>
              <a:t>Healthcare and diagnosis systems</a:t>
            </a:r>
          </a:p>
          <a:p>
            <a:pPr algn="l">
              <a:defRPr sz="2000"/>
            </a:pPr>
            <a:r>
              <a:t>Fraud detection in finance</a:t>
            </a:r>
          </a:p>
          <a:p>
            <a:pPr algn="l">
              <a:defRPr sz="2000"/>
            </a:pPr>
            <a:r>
              <a:t>Recommendation systems</a:t>
            </a:r>
          </a:p>
          <a:p>
            <a:pPr algn="l">
              <a:defRPr sz="2000"/>
            </a:pPr>
            <a:r>
              <a:t>Autonomous vehicles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Advantages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029200" cy="0"/>
          </a:xfrm>
        </p:spPr>
        <p:txBody>
          <a:bodyPr/>
          <a:lstStyle/>
          <a:p>
            <a:pPr algn="l">
              <a:defRPr sz="2000"/>
            </a:pPr>
            <a:r>
              <a:t>Improves efficiency and accuracy</a:t>
            </a:r>
          </a:p>
          <a:p>
            <a:pPr algn="l">
              <a:defRPr sz="2000"/>
            </a:pPr>
            <a:r>
              <a:t>Handles large datasets easily</a:t>
            </a:r>
          </a:p>
          <a:p>
            <a:pPr algn="l">
              <a:defRPr sz="2000"/>
            </a:pPr>
            <a:r>
              <a:t>Automates complex tasks</a:t>
            </a:r>
          </a:p>
          <a:p>
            <a:pPr algn="l">
              <a:defRPr sz="2000"/>
            </a:pPr>
            <a:r>
              <a:t>Supports decision-making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645920"/>
            <a:ext cx="5029200" cy="0"/>
          </a:xfrm>
        </p:spPr>
        <p:txBody>
          <a:bodyPr/>
          <a:lstStyle/>
          <a:p>
            <a:pPr algn="l">
              <a:defRPr sz="2000"/>
            </a:pPr>
            <a:r>
              <a:t>Rapid growth in AI technologies</a:t>
            </a:r>
          </a:p>
          <a:p>
            <a:pPr algn="l">
              <a:defRPr sz="2000"/>
            </a:pPr>
            <a:r>
              <a:t>High demand in industries</a:t>
            </a:r>
          </a:p>
          <a:p>
            <a:pPr algn="l">
              <a:defRPr sz="2000"/>
            </a:pPr>
            <a:r>
              <a:t>Continuous research and development</a:t>
            </a:r>
          </a:p>
          <a:p>
            <a:pPr algn="l">
              <a:defRPr sz="2000"/>
            </a:pPr>
            <a:r>
              <a:t>Future innovations expected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