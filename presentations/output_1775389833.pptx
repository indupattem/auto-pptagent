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 b="1">
                <a:solidFill>
                  <a:srgbClr val="0066CC"/>
                </a:solidFill>
              </a:defRPr>
            </a:pPr>
            <a:r>
              <a:t>Machine Learning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800"/>
            </a:pPr>
            <a:r>
              <a:t>Auto-generated Presentation</a:t>
            </a:r>
          </a:p>
          <a:p>
            <a:pPr>
              <a:defRPr sz="1800"/>
            </a:pPr>
            <a:r>
              <a:t>Using AI Agent</a:t>
            </a:r>
          </a:p>
          <a:p>
            <a:pPr>
              <a:defRPr sz="1800"/>
            </a:pPr>
            <a:r>
              <a:t>MCP Architecture</a:t>
            </a:r>
          </a:p>
          <a:p>
            <a:pPr>
              <a:defRPr sz="1800"/>
            </a:pPr>
            <a:r>
              <a:t>Course Project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0" y="1371600"/>
            <a:ext cx="27432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🖼 Image Here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 b="1">
                <a:solidFill>
                  <a:srgbClr val="0066CC"/>
                </a:solidFill>
              </a:defRPr>
            </a:pPr>
            <a:r>
              <a:t>Introduction to Machine Learning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800"/>
            </a:pPr>
            <a:r>
              <a:t>Definition of the topic</a:t>
            </a:r>
          </a:p>
          <a:p>
            <a:pPr>
              <a:defRPr sz="1800"/>
            </a:pPr>
            <a:r>
              <a:t>Basic understanding</a:t>
            </a:r>
          </a:p>
          <a:p>
            <a:pPr>
              <a:defRPr sz="1800"/>
            </a:pPr>
            <a:r>
              <a:t>Why it is important</a:t>
            </a:r>
          </a:p>
          <a:p>
            <a:pPr>
              <a:defRPr sz="1800"/>
            </a:pPr>
            <a:r>
              <a:t>Overview of concepts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0" y="1371600"/>
            <a:ext cx="27432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🖼 Image Here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 b="1">
                <a:solidFill>
                  <a:srgbClr val="0066CC"/>
                </a:solidFill>
              </a:defRPr>
            </a:pPr>
            <a:r>
              <a:t>Key Concepts of Machine Learning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800"/>
            </a:pPr>
            <a:r>
              <a:t>Core idea 1</a:t>
            </a:r>
          </a:p>
          <a:p>
            <a:pPr>
              <a:defRPr sz="1800"/>
            </a:pPr>
            <a:r>
              <a:t>Core idea 2</a:t>
            </a:r>
          </a:p>
          <a:p>
            <a:pPr>
              <a:defRPr sz="1800"/>
            </a:pPr>
            <a:r>
              <a:t>Important terminology</a:t>
            </a:r>
          </a:p>
          <a:p>
            <a:pPr>
              <a:defRPr sz="1800"/>
            </a:pPr>
            <a:r>
              <a:t>How it works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0" y="1371600"/>
            <a:ext cx="27432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🖼 Image Here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 b="1">
                <a:solidFill>
                  <a:srgbClr val="0066CC"/>
                </a:solidFill>
              </a:defRPr>
            </a:pPr>
            <a:r>
              <a:t>Applications of Machine Learning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800"/>
            </a:pPr>
            <a:r>
              <a:t>Used in industries</a:t>
            </a:r>
          </a:p>
          <a:p>
            <a:pPr>
              <a:defRPr sz="1800"/>
            </a:pPr>
            <a:r>
              <a:t>Real-world examples</a:t>
            </a:r>
          </a:p>
          <a:p>
            <a:pPr>
              <a:defRPr sz="1800"/>
            </a:pPr>
            <a:r>
              <a:t>Technology integration</a:t>
            </a:r>
          </a:p>
          <a:p>
            <a:pPr>
              <a:defRPr sz="1800"/>
            </a:pPr>
            <a:r>
              <a:t>Future use cases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0" y="1371600"/>
            <a:ext cx="27432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🖼 Image Here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 b="1">
                <a:solidFill>
                  <a:srgbClr val="0066CC"/>
                </a:solidFill>
              </a:defRPr>
            </a:pPr>
            <a:r>
              <a:t>Advantages of Machine Learning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800"/>
            </a:pPr>
            <a:r>
              <a:t>Improves efficiency</a:t>
            </a:r>
          </a:p>
          <a:p>
            <a:pPr>
              <a:defRPr sz="1800"/>
            </a:pPr>
            <a:r>
              <a:t>Saves time</a:t>
            </a:r>
          </a:p>
          <a:p>
            <a:pPr>
              <a:defRPr sz="1800"/>
            </a:pPr>
            <a:r>
              <a:t>Enhances accuracy</a:t>
            </a:r>
          </a:p>
          <a:p>
            <a:pPr>
              <a:defRPr sz="1800"/>
            </a:pPr>
            <a:r>
              <a:t>Supports automation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0" y="1371600"/>
            <a:ext cx="27432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🖼 Image Here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 b="1">
                <a:solidFill>
                  <a:srgbClr val="0066CC"/>
                </a:solidFill>
              </a:defRPr>
            </a:pPr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800"/>
            </a:pPr>
            <a:r>
              <a:t>Summary of topic</a:t>
            </a:r>
          </a:p>
          <a:p>
            <a:pPr>
              <a:defRPr sz="1800"/>
            </a:pPr>
            <a:r>
              <a:t>Key takeaways</a:t>
            </a:r>
          </a:p>
          <a:p>
            <a:pPr>
              <a:defRPr sz="1800"/>
            </a:pPr>
            <a:r>
              <a:t>Future scope</a:t>
            </a:r>
          </a:p>
          <a:p>
            <a:pPr>
              <a:defRPr sz="1800"/>
            </a:pPr>
            <a:r>
              <a:t>Final thoughts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0" y="1371600"/>
            <a:ext cx="27432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🖼 Image Here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