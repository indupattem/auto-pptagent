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Auto-generated Presentation</a:t>
            </a:r>
          </a:p>
          <a:p>
            <a:pPr>
              <a:defRPr sz="2000"/>
            </a:pPr>
            <a:r>
              <a:t>Using AI Agent</a:t>
            </a:r>
          </a:p>
          <a:p>
            <a:pPr>
              <a:defRPr sz="2000"/>
            </a:pPr>
            <a:r>
              <a:t>MCP Architecture</a:t>
            </a:r>
          </a:p>
          <a:p>
            <a:pPr>
              <a:defRPr sz="2000"/>
            </a:pPr>
            <a:r>
              <a:t>Course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Introduction to Machine Learning explained in simple terms</a:t>
            </a:r>
          </a:p>
          <a:p>
            <a:pPr>
              <a:defRPr sz="2000"/>
            </a:pPr>
            <a:r>
              <a:t>Key idea and working principle</a:t>
            </a:r>
          </a:p>
          <a:p>
            <a:pPr>
              <a:defRPr sz="2000"/>
            </a:pPr>
            <a:r>
              <a:t>Real-world example or application</a:t>
            </a:r>
          </a:p>
          <a:p>
            <a:pPr>
              <a:defRPr sz="2000"/>
            </a:pPr>
            <a:r>
              <a:t>Why it is important today</a:t>
            </a:r>
          </a:p>
          <a:p>
            <a:pPr>
              <a:defRPr sz="2000"/>
            </a:pPr>
            <a:r>
              <a:t>Future scope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Key Concepts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Key Concepts of Machine Learning explained in simple terms</a:t>
            </a:r>
          </a:p>
          <a:p>
            <a:pPr>
              <a:defRPr sz="2000"/>
            </a:pPr>
            <a:r>
              <a:t>Key idea and working principle</a:t>
            </a:r>
          </a:p>
          <a:p>
            <a:pPr>
              <a:defRPr sz="2000"/>
            </a:pPr>
            <a:r>
              <a:t>Real-world example or application</a:t>
            </a:r>
          </a:p>
          <a:p>
            <a:pPr>
              <a:defRPr sz="2000"/>
            </a:pPr>
            <a:r>
              <a:t>Why it is important today</a:t>
            </a:r>
          </a:p>
          <a:p>
            <a:pPr>
              <a:defRPr sz="2000"/>
            </a:pPr>
            <a:r>
              <a:t>Future scope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Applications of Machine Learning explained in simple terms</a:t>
            </a:r>
          </a:p>
          <a:p>
            <a:pPr>
              <a:defRPr sz="2000"/>
            </a:pPr>
            <a:r>
              <a:t>Key idea and working principle</a:t>
            </a:r>
          </a:p>
          <a:p>
            <a:pPr>
              <a:defRPr sz="2000"/>
            </a:pPr>
            <a:r>
              <a:t>Real-world example or application</a:t>
            </a:r>
          </a:p>
          <a:p>
            <a:pPr>
              <a:defRPr sz="2000"/>
            </a:pPr>
            <a:r>
              <a:t>Why it is important today</a:t>
            </a:r>
          </a:p>
          <a:p>
            <a:pPr>
              <a:defRPr sz="2000"/>
            </a:pPr>
            <a:r>
              <a:t>Future scope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Advantages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Advantages of Machine Learning explained in simple terms</a:t>
            </a:r>
          </a:p>
          <a:p>
            <a:pPr>
              <a:defRPr sz="2000"/>
            </a:pPr>
            <a:r>
              <a:t>Key idea and working principle</a:t>
            </a:r>
          </a:p>
          <a:p>
            <a:pPr>
              <a:defRPr sz="2000"/>
            </a:pPr>
            <a:r>
              <a:t>Real-world example or application</a:t>
            </a:r>
          </a:p>
          <a:p>
            <a:pPr>
              <a:defRPr sz="2000"/>
            </a:pPr>
            <a:r>
              <a:t>Why it is important today</a:t>
            </a:r>
          </a:p>
          <a:p>
            <a:pPr>
              <a:defRPr sz="2000"/>
            </a:pPr>
            <a:r>
              <a:t>Future scope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Conclusion explained in simple terms</a:t>
            </a:r>
          </a:p>
          <a:p>
            <a:pPr>
              <a:defRPr sz="2000"/>
            </a:pPr>
            <a:r>
              <a:t>Key idea and working principle</a:t>
            </a:r>
          </a:p>
          <a:p>
            <a:pPr>
              <a:defRPr sz="2000"/>
            </a:pPr>
            <a:r>
              <a:t>Real-world example or application</a:t>
            </a:r>
          </a:p>
          <a:p>
            <a:pPr>
              <a:defRPr sz="2000"/>
            </a:pPr>
            <a:r>
              <a:t>Why it is important today</a:t>
            </a:r>
          </a:p>
          <a:p>
            <a:pPr>
              <a:defRPr sz="2000"/>
            </a:pPr>
            <a:r>
              <a:t>Future scope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